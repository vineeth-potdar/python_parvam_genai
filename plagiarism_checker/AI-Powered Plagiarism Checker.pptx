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78" r:id="rId5"/>
    <p:sldId id="280" r:id="rId6"/>
    <p:sldId id="281" r:id="rId7"/>
    <p:sldId id="283" r:id="rId8"/>
    <p:sldId id="282" r:id="rId9"/>
    <p:sldId id="284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IN" sz="4000" dirty="0"/>
              <a:t>AI-Powered Plagiarism Checker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By - Vineeth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664D-F6B3-45FE-7834-0BE9CEAE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B04FFFF-382C-CDF7-DF55-928C6348E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841165"/>
            <a:ext cx="1035315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Detects similarity between two PDF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hybrid approach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TF-IDF (statistical similarity)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Gemini AI (semantic understanding)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Generates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final plagiarism score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Provides explanation + verification tools </a:t>
            </a:r>
          </a:p>
        </p:txBody>
      </p:sp>
    </p:spTree>
    <p:extLst>
      <p:ext uri="{BB962C8B-B14F-4D97-AF65-F5344CB8AC3E}">
        <p14:creationId xmlns:p14="http://schemas.microsoft.com/office/powerpoint/2010/main" val="82338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B989-FF1D-457A-4E55-43B2373C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Workflow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069BB8-6AD8-ADFF-EC41-92C8948A73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4" y="1364691"/>
            <a:ext cx="1035376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Upload two PDF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Extract text from both files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Preprocess text (cleaning, normalization)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Apply: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TF-IDF similarity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Gemini AI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Combine results into final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Display results with explanation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Flow :-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PDF → Text Extraction → TF-IDF + Gemini → Final Score → Output</a:t>
            </a:r>
          </a:p>
        </p:txBody>
      </p:sp>
    </p:spTree>
    <p:extLst>
      <p:ext uri="{BB962C8B-B14F-4D97-AF65-F5344CB8AC3E}">
        <p14:creationId xmlns:p14="http://schemas.microsoft.com/office/powerpoint/2010/main" val="340651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BD41-4271-BDEB-0DDD-2269B3DB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Technology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176EF27-71DF-AEC6-9998-F13DFC2482F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8885" y="2159018"/>
            <a:ext cx="4624407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Measures word frequency and overlap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Uses: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Word n-grams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Character n-grams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Detects: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Direct copying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Similar phrasing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1E5A1FF-3ADD-6680-9B55-A238C013F89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26274" y="2436017"/>
            <a:ext cx="429143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Understands meaning and context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Detects: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Paraphrased content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Rewritten ideas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Concept-level similarity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3951C-DAC1-277C-F903-DF5DB459AD4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855788"/>
            <a:ext cx="4764088" cy="692150"/>
          </a:xfrm>
        </p:spPr>
        <p:txBody>
          <a:bodyPr/>
          <a:lstStyle/>
          <a:p>
            <a:r>
              <a:rPr lang="en-US" dirty="0"/>
              <a:t>TF-IDF (Lexical Similarity)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68981-5143-9944-8165-B2FAC455058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49155" y="1871472"/>
            <a:ext cx="4779962" cy="692150"/>
          </a:xfrm>
        </p:spPr>
        <p:txBody>
          <a:bodyPr/>
          <a:lstStyle/>
          <a:p>
            <a:r>
              <a:rPr lang="en-US" dirty="0"/>
              <a:t>Gemini (Semantic Similarity)</a:t>
            </a:r>
            <a:endParaRPr lang="en-IN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12EA6C3-3C1D-7DF1-B396-AA15A4C364FD}"/>
              </a:ext>
            </a:extLst>
          </p:cNvPr>
          <p:cNvSpPr txBox="1">
            <a:spLocks/>
          </p:cNvSpPr>
          <p:nvPr/>
        </p:nvSpPr>
        <p:spPr>
          <a:xfrm>
            <a:off x="1445351" y="4986529"/>
            <a:ext cx="9290650" cy="157863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Final score:</a:t>
            </a:r>
          </a:p>
          <a:p>
            <a:pPr marL="36900" indent="0" algn="ctr">
              <a:buNone/>
            </a:pPr>
            <a:r>
              <a:rPr lang="en-US" sz="2200" b="1" dirty="0"/>
              <a:t>Final Score = 0.1 × TF-IDF + 0.9 × Gemini</a:t>
            </a:r>
          </a:p>
          <a:p>
            <a:pPr marL="36900" indent="0">
              <a:buNone/>
            </a:pPr>
            <a:r>
              <a:rPr lang="en-US" sz="2200" dirty="0"/>
              <a:t>AI is given higher weight to prioritize semantic understanding over word matching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48488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A50E-5938-9E8C-E116-279448E2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Output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9C5715-9DE8-D623-419B-CCB087CC9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4399" y="1877973"/>
            <a:ext cx="11007911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System Output :-</a:t>
            </a: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TF-IDF similarity percentage 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Gemini AI similarity level (Low / Moderate / High) 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Final plagiarism score 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Detailed explanation of overlapping ideas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lang="en-US" altLang="en-US" sz="2200" dirty="0">
                <a:ln>
                  <a:noFill/>
                </a:ln>
                <a:effectLst/>
              </a:rPr>
            </a:br>
            <a:r>
              <a:rPr lang="en-US" altLang="en-US" sz="2200" dirty="0">
                <a:ln>
                  <a:noFill/>
                </a:ln>
                <a:effectLst/>
              </a:rPr>
              <a:t>Additional features 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Web-assisted verification: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Generates Google search query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Helps user manually verify 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Clean UI: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Visual badges (Low / Moderate / High)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Organized report layout</a:t>
            </a:r>
          </a:p>
        </p:txBody>
      </p:sp>
    </p:spTree>
    <p:extLst>
      <p:ext uri="{BB962C8B-B14F-4D97-AF65-F5344CB8AC3E}">
        <p14:creationId xmlns:p14="http://schemas.microsoft.com/office/powerpoint/2010/main" val="274178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4AB4-FB4F-5430-01D9-FEC339CD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CAED7B-CAFC-05A8-2600-20C06B5F6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68526"/>
            <a:ext cx="10353762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Combines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TF-IDF (statistical)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Gemini AI (semantic analysis)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to improve plagiarism detection accuracy </a:t>
            </a: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Gemini AI enables: 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Understanding context and meaning 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Detecting paraphrased or reworded content 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Providing human-like explanations </a:t>
            </a: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Uses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weighted scoring system (90% AI, 10% TF-IDF)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to prioritize meaningful similarity </a:t>
            </a: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Includes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web-assisted verification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to manually validate potential sources </a:t>
            </a:r>
          </a:p>
        </p:txBody>
      </p:sp>
    </p:spTree>
    <p:extLst>
      <p:ext uri="{BB962C8B-B14F-4D97-AF65-F5344CB8AC3E}">
        <p14:creationId xmlns:p14="http://schemas.microsoft.com/office/powerpoint/2010/main" val="185096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855" y="2943775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{54502BB8-B1FF-4C08-BF2B-8FB8AEC78611}TFe742eee6-54b3-45e8-a03d-f3d997f9b6caf6c338c2_win32-3734725ae7e2</Template>
  <TotalTime>29</TotalTime>
  <Words>280</Words>
  <Application>Microsoft Office PowerPoint</Application>
  <PresentationFormat>Widescreen</PresentationFormat>
  <Paragraphs>64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Goudy Old Style</vt:lpstr>
      <vt:lpstr>Wingdings 2</vt:lpstr>
      <vt:lpstr>SlateVTI</vt:lpstr>
      <vt:lpstr>AI-Powered Plagiarism Checker</vt:lpstr>
      <vt:lpstr>Introduction</vt:lpstr>
      <vt:lpstr>System Workflow</vt:lpstr>
      <vt:lpstr>Core Technology</vt:lpstr>
      <vt:lpstr>Features and Output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Vineeth Potdar</dc:creator>
  <cp:lastModifiedBy>Vineeth Potdar</cp:lastModifiedBy>
  <cp:revision>5</cp:revision>
  <dcterms:created xsi:type="dcterms:W3CDTF">2026-04-22T05:23:48Z</dcterms:created>
  <dcterms:modified xsi:type="dcterms:W3CDTF">2026-04-22T05:55:05Z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